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6" r:id="rId3"/>
    <p:sldId id="259" r:id="rId4"/>
    <p:sldId id="257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61" autoAdjust="0"/>
  </p:normalViewPr>
  <p:slideViewPr>
    <p:cSldViewPr snapToGrid="0">
      <p:cViewPr varScale="1">
        <p:scale>
          <a:sx n="68" d="100"/>
          <a:sy n="68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BF3D-99B1-4AB5-A968-6515EA311499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49A93-DEAE-4727-AD8E-36948356E9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32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Contenido de la página = Que voy decir y si cumple los requisitos mínimos para el trabajo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49A93-DEAE-4727-AD8E-36948356E91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71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050DA-5A6F-EABF-BD8A-2FE4C05C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494571-5182-B6A6-B9E4-3D53AE177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9D5989-2044-4DEC-DB27-4958D5AA7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Contenido de la página = Que voy decir y si cumple los requisitos mínimos para el trabajo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E3F72A-F251-0F13-A51C-AACEFFC6C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49A93-DEAE-4727-AD8E-36948356E91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55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23CA-9A76-19B8-FC44-A45A1A45C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8D270-7BB5-EF30-1CD1-C4D15A3E2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86C27E-2688-F942-BC41-04042702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FE598D-052B-5D8A-82CB-528B7B97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4E4D44-FE9C-780D-8391-397B6022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07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E7079-24E8-7966-B23B-D8800CEA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C7025C-1200-1D50-A0BA-F9DB9E1E7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CF5F2D-7680-095C-3106-1D669B4E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4ED044-92CE-80E9-04D4-A4F75435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46729-FB21-FEF8-E7D2-F39224B6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06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B6F79-BB66-8C1B-76F4-E8ABC83B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CB90D-9616-5ECD-F904-F3FFC413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49D417-7C30-1009-DA73-3E20B26E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06F1B-24CB-63F7-6699-A7E3C9B5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FCA775-30CA-09FC-C8B2-3DD330AC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20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D263D-1695-6116-F31E-973A2C9F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6FDA72-E158-9E82-2532-B71F30858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D71A63-8E09-814F-2E1C-CCE697B60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BB03BB-18D5-B6F0-EC8F-A48AA74E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5D1337-8861-0EDA-5FA1-34FACC4D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C81495-B6E0-E59F-7EA1-FECA5F57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80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EEEC6-2DE3-6239-4614-49399557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D3414A-E167-1F8C-C10A-5AFB1DEA9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8B86FB-60BA-37DC-2618-189B3D714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417168-7028-ADCC-821C-607311357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239518-BB9D-E878-5105-C4E835F4B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9A2523-FA16-F1ED-A10D-CC542E42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6DC6A9-FE8C-FF05-8DE2-E2B2122E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D2704D-3205-0AA0-E0F2-92CBAF10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6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77327-DFA5-B7C6-2891-493ED0AF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B97C0F-5FE9-FBA7-AD35-84C62944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A24913-86E0-88F6-5CFD-6184B084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F6B4CD-12D1-AE3E-271D-5513C6985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35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45B29F-1FF5-2624-F369-090EC456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FAD4B2-DB46-BB52-07AE-81E9A23D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20A0FA-6D11-776F-FFF0-8BD40C07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552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7BEB7-5E9E-6614-DBC8-7D725859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C5D5DB-16BC-21CA-3B7E-C252ECB10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694D5F-B1BB-3BB4-97DF-135BB5561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07729B-4E97-7889-728F-C1CE1EE4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CE4388-11D1-CD64-AD16-31DCFA0F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C142BD-AA0C-B1DD-563C-B67597EC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763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AD31-D94E-0CBF-FEEC-3A27154B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8E04F7-71C7-331D-4A5A-29B957AAF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0F34CF-0637-9CF2-A190-935536C33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44BEE-B721-FC94-A12A-C3E915AF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EC01F6-BC88-ECCD-F58D-38BD550B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E37871-522F-9C49-B718-97C09B17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172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75517-E88B-98EC-382F-A7F3DCC2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E0A91F-9482-F7BA-DB03-7CA4AAED4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BF9D-4792-A85F-6567-887B9DB7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97FBB-02E0-DD72-863A-38CE372C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9EDD4-A169-845C-ED00-B0890DEE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93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9B699D-197B-B0F0-3F41-4600749E1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7B627A-38D3-3E04-0E54-394AD733B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A9D016-E3C2-72CC-2761-D4972F59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2F4C61-B81D-F3B2-3CE8-87391397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1A5942-E7B7-CB89-77AA-BB835301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3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EB305D-0A08-5CB1-1DBB-335DCA03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73DDB0-ED3F-27E0-30ED-C7FFCF992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ABB84A-2856-652F-786B-3C371AFF6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77491-9EAE-49AE-81D2-5C1C90178E7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26C19E-651B-D318-0E05-2678188B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327C79-B684-ECBF-4201-80750DD06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7B4CA-F064-4C7A-BE05-B2D3D64BDC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15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700E6-174D-D7BB-C2C4-4D3AED37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762A0F0-0D0C-3F9F-F14F-4C96C267CBFC}"/>
              </a:ext>
            </a:extLst>
          </p:cNvPr>
          <p:cNvSpPr/>
          <p:nvPr/>
        </p:nvSpPr>
        <p:spPr>
          <a:xfrm>
            <a:off x="-314633" y="-176981"/>
            <a:ext cx="12821266" cy="7211962"/>
          </a:xfrm>
          <a:prstGeom prst="roundRect">
            <a:avLst>
              <a:gd name="adj" fmla="val 71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413AFBA8-8650-DD1F-432E-6F5D0F16B6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7560811"/>
                  </p:ext>
                </p:extLst>
              </p:nvPr>
            </p:nvGraphicFramePr>
            <p:xfrm>
              <a:off x="12730402" y="986316"/>
              <a:ext cx="1784374" cy="48853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784374" cy="4885367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85380" ay="1632231" az="3903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413AFBA8-8650-DD1F-432E-6F5D0F16B6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0402" y="986316"/>
                <a:ext cx="1784374" cy="48853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165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adroTexto 26">
            <a:extLst>
              <a:ext uri="{FF2B5EF4-FFF2-40B4-BE49-F238E27FC236}">
                <a16:creationId xmlns:a16="http://schemas.microsoft.com/office/drawing/2014/main" id="{2A605CD7-3AFF-4273-D6A1-DFA03D910AFE}"/>
              </a:ext>
            </a:extLst>
          </p:cNvPr>
          <p:cNvSpPr txBox="1"/>
          <p:nvPr/>
        </p:nvSpPr>
        <p:spPr>
          <a:xfrm>
            <a:off x="7691696" y="5236308"/>
            <a:ext cx="1821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5"/>
                </a:solidFill>
                <a:latin typeface="Bahnschrift Light" panose="020B0502040204020203" pitchFamily="34" charset="0"/>
              </a:rPr>
              <a:t>Diseño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CF6A30E-86EC-74CB-0B0D-566A73B4C456}"/>
              </a:ext>
            </a:extLst>
          </p:cNvPr>
          <p:cNvSpPr/>
          <p:nvPr/>
        </p:nvSpPr>
        <p:spPr>
          <a:xfrm>
            <a:off x="7499390" y="5186887"/>
            <a:ext cx="192306" cy="4864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6E9F294-9C09-8A2E-6E90-212965A6D025}"/>
              </a:ext>
            </a:extLst>
          </p:cNvPr>
          <p:cNvSpPr/>
          <p:nvPr/>
        </p:nvSpPr>
        <p:spPr>
          <a:xfrm>
            <a:off x="1047135" y="4599973"/>
            <a:ext cx="6452255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72A5611-BF9C-3C27-6427-BF6F398AD652}"/>
              </a:ext>
            </a:extLst>
          </p:cNvPr>
          <p:cNvSpPr txBox="1"/>
          <p:nvPr/>
        </p:nvSpPr>
        <p:spPr>
          <a:xfrm>
            <a:off x="4678227" y="5236308"/>
            <a:ext cx="1821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accent5"/>
                </a:solidFill>
                <a:latin typeface="Bahnschrift Light" panose="020B0502040204020203" pitchFamily="34" charset="0"/>
              </a:rPr>
              <a:t>Código fuente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00E17325-6EEA-5D5F-6233-F68874AC4232}"/>
              </a:ext>
            </a:extLst>
          </p:cNvPr>
          <p:cNvSpPr/>
          <p:nvPr/>
        </p:nvSpPr>
        <p:spPr>
          <a:xfrm>
            <a:off x="4485921" y="5186887"/>
            <a:ext cx="192306" cy="4864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CED1C59-60FD-33B5-5FB9-206EEEB81C95}"/>
              </a:ext>
            </a:extLst>
          </p:cNvPr>
          <p:cNvSpPr/>
          <p:nvPr/>
        </p:nvSpPr>
        <p:spPr>
          <a:xfrm>
            <a:off x="1047135" y="4599973"/>
            <a:ext cx="3438786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C0965F9-51B8-7EEE-5FFC-859D32C5FA96}"/>
              </a:ext>
            </a:extLst>
          </p:cNvPr>
          <p:cNvSpPr/>
          <p:nvPr/>
        </p:nvSpPr>
        <p:spPr>
          <a:xfrm>
            <a:off x="855407" y="800102"/>
            <a:ext cx="191728" cy="114299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7CF88E-A10D-46A9-6612-EC9C45951614}"/>
              </a:ext>
            </a:extLst>
          </p:cNvPr>
          <p:cNvSpPr txBox="1"/>
          <p:nvPr/>
        </p:nvSpPr>
        <p:spPr>
          <a:xfrm>
            <a:off x="1047135" y="1017658"/>
            <a:ext cx="6237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Juan Camilo Piamba Uribe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C42D860-7426-2E12-88A2-1CB93DFC61CB}"/>
              </a:ext>
            </a:extLst>
          </p:cNvPr>
          <p:cNvSpPr/>
          <p:nvPr/>
        </p:nvSpPr>
        <p:spPr>
          <a:xfrm>
            <a:off x="855407" y="3025636"/>
            <a:ext cx="191728" cy="80672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C1E21C-69E3-B72F-C595-D61431BF4722}"/>
              </a:ext>
            </a:extLst>
          </p:cNvPr>
          <p:cNvSpPr txBox="1"/>
          <p:nvPr/>
        </p:nvSpPr>
        <p:spPr>
          <a:xfrm>
            <a:off x="1047135" y="3133046"/>
            <a:ext cx="4485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</a:rPr>
              <a:t>Landing Page </a:t>
            </a:r>
            <a:r>
              <a:rPr lang="es-ES" sz="3200" dirty="0" err="1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</a:rPr>
              <a:t>About</a:t>
            </a:r>
            <a:r>
              <a:rPr lang="es-ES" sz="3200" dirty="0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</a:rPr>
              <a:t> Me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EAC5C23-8F5C-4435-AE81-6F95FFB10974}"/>
              </a:ext>
            </a:extLst>
          </p:cNvPr>
          <p:cNvSpPr txBox="1"/>
          <p:nvPr/>
        </p:nvSpPr>
        <p:spPr>
          <a:xfrm>
            <a:off x="1047135" y="5239866"/>
            <a:ext cx="2569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accent5"/>
                </a:solidFill>
                <a:latin typeface="Bahnschrift Light" panose="020B0502040204020203" pitchFamily="34" charset="0"/>
              </a:rPr>
              <a:t>Contenido de página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EC3D62B1-48B1-B9DC-429B-D0B312C5FB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399664"/>
                  </p:ext>
                </p:extLst>
              </p:nvPr>
            </p:nvGraphicFramePr>
            <p:xfrm>
              <a:off x="9546676" y="998611"/>
              <a:ext cx="1553364" cy="496155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53364" cy="4961553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-11064" ay="-2802117" az="80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EC3D62B1-48B1-B9DC-429B-D0B312C5FB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6676" y="998611"/>
                <a:ext cx="1553364" cy="4961553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9C1CFA5D-BE27-54B0-75C1-397FE4F7F5FD}"/>
              </a:ext>
            </a:extLst>
          </p:cNvPr>
          <p:cNvSpPr txBox="1"/>
          <p:nvPr/>
        </p:nvSpPr>
        <p:spPr>
          <a:xfrm>
            <a:off x="1047135" y="3136760"/>
            <a:ext cx="6199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</a:rPr>
              <a:t>Página de presentación personal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61B8E9F-A776-9E2A-D770-167C4B23CC6B}"/>
              </a:ext>
            </a:extLst>
          </p:cNvPr>
          <p:cNvSpPr/>
          <p:nvPr/>
        </p:nvSpPr>
        <p:spPr>
          <a:xfrm>
            <a:off x="855985" y="-176982"/>
            <a:ext cx="191728" cy="7211961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094661C-D2C4-1C4A-A809-D71FAD764C14}"/>
              </a:ext>
            </a:extLst>
          </p:cNvPr>
          <p:cNvSpPr/>
          <p:nvPr/>
        </p:nvSpPr>
        <p:spPr>
          <a:xfrm>
            <a:off x="854829" y="5190445"/>
            <a:ext cx="192306" cy="4864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E2A38B0-F72A-9002-2E90-2052EC287154}"/>
              </a:ext>
            </a:extLst>
          </p:cNvPr>
          <p:cNvSpPr/>
          <p:nvPr/>
        </p:nvSpPr>
        <p:spPr>
          <a:xfrm>
            <a:off x="-314633" y="4603531"/>
            <a:ext cx="1169462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621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ac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mph" presetSubtype="2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3" presetClass="emph" presetSubtype="2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0"/>
                            </p:stCondLst>
                            <p:childTnLst>
                              <p:par>
                                <p:cTn id="68" presetID="3" presetClass="emph" presetSubtype="2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 animBg="1"/>
      <p:bldP spid="24" grpId="0"/>
      <p:bldP spid="24" grpId="1"/>
      <p:bldP spid="25" grpId="0" animBg="1"/>
      <p:bldP spid="7" grpId="0" animBg="1"/>
      <p:bldP spid="8" grpId="0"/>
      <p:bldP spid="10" grpId="0" animBg="1"/>
      <p:bldP spid="12" grpId="0"/>
      <p:bldP spid="12" grpId="1"/>
      <p:bldP spid="16" grpId="0"/>
      <p:bldP spid="16" grpId="1"/>
      <p:bldP spid="19" grpId="1"/>
      <p:bldP spid="21" grpId="0" animBg="1"/>
      <p:bldP spid="21" grpId="1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EF092-FE51-ECDC-0B9F-FB3F1477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EBCFC7C-7620-131C-C35A-C0E99FC2FAE7}"/>
              </a:ext>
            </a:extLst>
          </p:cNvPr>
          <p:cNvSpPr/>
          <p:nvPr/>
        </p:nvSpPr>
        <p:spPr>
          <a:xfrm>
            <a:off x="-314633" y="-176981"/>
            <a:ext cx="12821266" cy="7211962"/>
          </a:xfrm>
          <a:prstGeom prst="roundRect">
            <a:avLst>
              <a:gd name="adj" fmla="val 71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47A278C-4128-F841-F934-0305A0DC71F6}"/>
              </a:ext>
            </a:extLst>
          </p:cNvPr>
          <p:cNvGrpSpPr/>
          <p:nvPr/>
        </p:nvGrpSpPr>
        <p:grpSpPr>
          <a:xfrm>
            <a:off x="7499390" y="5186887"/>
            <a:ext cx="2013638" cy="486455"/>
            <a:chOff x="7499390" y="5186887"/>
            <a:chExt cx="2013638" cy="486455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5F780B0-E978-FCF8-9AEF-ABDE1BD21B4B}"/>
                </a:ext>
              </a:extLst>
            </p:cNvPr>
            <p:cNvSpPr txBox="1"/>
            <p:nvPr/>
          </p:nvSpPr>
          <p:spPr>
            <a:xfrm>
              <a:off x="7691696" y="5236308"/>
              <a:ext cx="1821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>
                  <a:solidFill>
                    <a:schemeClr val="bg1"/>
                  </a:solidFill>
                  <a:latin typeface="Bahnschrift Light" panose="020B0502040204020203" pitchFamily="34" charset="0"/>
                </a:rPr>
                <a:t>Diseño</a:t>
              </a:r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31C3ED3F-57DA-B642-A867-9609D517A239}"/>
                </a:ext>
              </a:extLst>
            </p:cNvPr>
            <p:cNvSpPr/>
            <p:nvPr/>
          </p:nvSpPr>
          <p:spPr>
            <a:xfrm>
              <a:off x="7499390" y="5186887"/>
              <a:ext cx="192306" cy="48645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DCF1CE0-E81D-75A0-CEE4-0DCF68B358E4}"/>
              </a:ext>
            </a:extLst>
          </p:cNvPr>
          <p:cNvSpPr/>
          <p:nvPr/>
        </p:nvSpPr>
        <p:spPr>
          <a:xfrm>
            <a:off x="1047135" y="4599973"/>
            <a:ext cx="6452255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E46ED1D-333A-FF59-9DD0-3B22FAC04A25}"/>
              </a:ext>
            </a:extLst>
          </p:cNvPr>
          <p:cNvGrpSpPr/>
          <p:nvPr/>
        </p:nvGrpSpPr>
        <p:grpSpPr>
          <a:xfrm>
            <a:off x="4485921" y="5186887"/>
            <a:ext cx="2013638" cy="486455"/>
            <a:chOff x="4485921" y="5186887"/>
            <a:chExt cx="2013638" cy="486455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F73A148-0660-315A-FFDA-48E983C535D9}"/>
                </a:ext>
              </a:extLst>
            </p:cNvPr>
            <p:cNvSpPr txBox="1"/>
            <p:nvPr/>
          </p:nvSpPr>
          <p:spPr>
            <a:xfrm>
              <a:off x="4678227" y="5236308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000" dirty="0">
                  <a:solidFill>
                    <a:schemeClr val="bg1"/>
                  </a:solidFill>
                  <a:latin typeface="Bahnschrift Light" panose="020B0502040204020203" pitchFamily="34" charset="0"/>
                </a:rPr>
                <a:t>Código fuente</a:t>
              </a:r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3038B88A-A8FB-A8D7-871A-13A8BAD5FD2C}"/>
                </a:ext>
              </a:extLst>
            </p:cNvPr>
            <p:cNvSpPr/>
            <p:nvPr/>
          </p:nvSpPr>
          <p:spPr>
            <a:xfrm>
              <a:off x="4485921" y="5186887"/>
              <a:ext cx="192306" cy="48645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C3E61B8-9338-09BF-D843-6435B33E659B}"/>
              </a:ext>
            </a:extLst>
          </p:cNvPr>
          <p:cNvSpPr/>
          <p:nvPr/>
        </p:nvSpPr>
        <p:spPr>
          <a:xfrm>
            <a:off x="1047135" y="4599973"/>
            <a:ext cx="3438786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EA9EECA-4F91-A8B7-32BD-C88FF62216F9}"/>
              </a:ext>
            </a:extLst>
          </p:cNvPr>
          <p:cNvSpPr/>
          <p:nvPr/>
        </p:nvSpPr>
        <p:spPr>
          <a:xfrm>
            <a:off x="855407" y="800102"/>
            <a:ext cx="191728" cy="114299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372B2F-5D8F-5E3A-A11F-3190C1732042}"/>
              </a:ext>
            </a:extLst>
          </p:cNvPr>
          <p:cNvSpPr txBox="1"/>
          <p:nvPr/>
        </p:nvSpPr>
        <p:spPr>
          <a:xfrm>
            <a:off x="1047135" y="1017658"/>
            <a:ext cx="6237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Juan Camilo Piamba Uribe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B83E41A-4032-1789-FCB4-0F011D6D251C}"/>
              </a:ext>
            </a:extLst>
          </p:cNvPr>
          <p:cNvSpPr/>
          <p:nvPr/>
        </p:nvSpPr>
        <p:spPr>
          <a:xfrm>
            <a:off x="855407" y="3025636"/>
            <a:ext cx="191728" cy="80672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9A27A05A-CFE3-57EE-3699-66AF78CDEE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1671846"/>
                  </p:ext>
                </p:extLst>
              </p:nvPr>
            </p:nvGraphicFramePr>
            <p:xfrm>
              <a:off x="9546676" y="998611"/>
              <a:ext cx="1553364" cy="496155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53364" cy="4961553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-11064" ay="-2802117" az="80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Modelo 3D 16" descr="Icono masculino">
                <a:extLst>
                  <a:ext uri="{FF2B5EF4-FFF2-40B4-BE49-F238E27FC236}">
                    <a16:creationId xmlns:a16="http://schemas.microsoft.com/office/drawing/2014/main" id="{9A27A05A-CFE3-57EE-3699-66AF78CDEE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6676" y="998611"/>
                <a:ext cx="1553364" cy="4961553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6E605765-1622-21F7-E031-32F7F3250D70}"/>
              </a:ext>
            </a:extLst>
          </p:cNvPr>
          <p:cNvSpPr txBox="1"/>
          <p:nvPr/>
        </p:nvSpPr>
        <p:spPr>
          <a:xfrm>
            <a:off x="1047135" y="3136760"/>
            <a:ext cx="6199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</a:rPr>
              <a:t>Página de presentación personal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E9CFBD1-7C51-7C1E-D81F-42514D9C4F65}"/>
              </a:ext>
            </a:extLst>
          </p:cNvPr>
          <p:cNvSpPr/>
          <p:nvPr/>
        </p:nvSpPr>
        <p:spPr>
          <a:xfrm>
            <a:off x="855985" y="-176982"/>
            <a:ext cx="191728" cy="7211961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1AC958B-E285-3674-4F08-B8D5FDC092B0}"/>
              </a:ext>
            </a:extLst>
          </p:cNvPr>
          <p:cNvGrpSpPr/>
          <p:nvPr/>
        </p:nvGrpSpPr>
        <p:grpSpPr>
          <a:xfrm>
            <a:off x="854829" y="5190445"/>
            <a:ext cx="2762240" cy="486455"/>
            <a:chOff x="854829" y="5190445"/>
            <a:chExt cx="2762240" cy="486455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9C04B56-4F76-7628-4EA4-3AF1D82C9E27}"/>
                </a:ext>
              </a:extLst>
            </p:cNvPr>
            <p:cNvSpPr txBox="1"/>
            <p:nvPr/>
          </p:nvSpPr>
          <p:spPr>
            <a:xfrm>
              <a:off x="1047135" y="5239866"/>
              <a:ext cx="25699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000" dirty="0">
                  <a:solidFill>
                    <a:schemeClr val="bg1"/>
                  </a:solidFill>
                  <a:latin typeface="Bahnschrift Light" panose="020B0502040204020203" pitchFamily="34" charset="0"/>
                </a:rPr>
                <a:t>Contenido de página</a:t>
              </a:r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32C27A4A-0A98-059C-675D-E40A5F15D720}"/>
                </a:ext>
              </a:extLst>
            </p:cNvPr>
            <p:cNvSpPr/>
            <p:nvPr/>
          </p:nvSpPr>
          <p:spPr>
            <a:xfrm>
              <a:off x="854829" y="5190445"/>
              <a:ext cx="192306" cy="48645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771053-4261-489E-0593-7F42C0C458D3}"/>
              </a:ext>
            </a:extLst>
          </p:cNvPr>
          <p:cNvSpPr/>
          <p:nvPr/>
        </p:nvSpPr>
        <p:spPr>
          <a:xfrm>
            <a:off x="-314633" y="4603531"/>
            <a:ext cx="1169462" cy="16602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73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07"/>
                                          </p:val>
                                        </p:tav>
                                        <p:tav tm="2250">
                                          <p:val>
                                            <p:fltVal val="0.0056"/>
                                          </p:val>
                                        </p:tav>
                                        <p:tav tm="3370">
                                          <p:val>
                                            <p:fltVal val="0.0189"/>
                                          </p:val>
                                        </p:tav>
                                        <p:tav tm="4490">
                                          <p:val>
                                            <p:fltVal val="0.0451"/>
                                          </p:val>
                                        </p:tav>
                                        <p:tav tm="5620">
                                          <p:val>
                                            <p:fltVal val="0.0884"/>
                                          </p:val>
                                        </p:tav>
                                        <p:tav tm="6740">
                                          <p:val>
                                            <p:fltVal val="0.1526"/>
                                          </p:val>
                                        </p:tav>
                                        <p:tav tm="7870">
                                          <p:val>
                                            <p:fltVal val="0.242"/>
                                          </p:val>
                                        </p:tav>
                                        <p:tav tm="8990">
                                          <p:val>
                                            <p:fltVal val="0.3621"/>
                                          </p:val>
                                        </p:tav>
                                        <p:tav tm="10110">
                                          <p:val>
                                            <p:fltVal val="0.515"/>
                                          </p:val>
                                        </p:tav>
                                        <p:tav tm="11240">
                                          <p:val>
                                            <p:fltVal val="0.7059"/>
                                          </p:val>
                                        </p:tav>
                                        <p:tav tm="12360">
                                          <p:val>
                                            <p:fltVal val="0.9411"/>
                                          </p:val>
                                        </p:tav>
                                        <p:tav tm="13480">
                                          <p:val>
                                            <p:fltVal val="1.1925"/>
                                          </p:val>
                                        </p:tav>
                                        <p:tav tm="14610">
                                          <p:val>
                                            <p:fltVal val="1.4022"/>
                                          </p:val>
                                        </p:tav>
                                        <p:tav tm="15730">
                                          <p:val>
                                            <p:fltVal val="1.5733"/>
                                          </p:val>
                                        </p:tav>
                                        <p:tav tm="16850">
                                          <p:val>
                                            <p:fltVal val="1.7072"/>
                                          </p:val>
                                        </p:tav>
                                        <p:tav tm="17980">
                                          <p:val>
                                            <p:fltVal val="1.8096"/>
                                          </p:val>
                                        </p:tav>
                                        <p:tav tm="19100">
                                          <p:val>
                                            <p:fltVal val="1.8854"/>
                                          </p:val>
                                        </p:tav>
                                        <p:tav tm="20220">
                                          <p:val>
                                            <p:fltVal val="1.9375"/>
                                          </p:val>
                                        </p:tav>
                                        <p:tav tm="21350">
                                          <p:val>
                                            <p:fltVal val="1.9707"/>
                                          </p:val>
                                        </p:tav>
                                        <p:tav tm="22470">
                                          <p:val>
                                            <p:fltVal val="1.9894"/>
                                          </p:val>
                                        </p:tav>
                                        <p:tav tm="23600">
                                          <p:val>
                                            <p:fltVal val="1.9977"/>
                                          </p:val>
                                        </p:tav>
                                        <p:tav tm="24720">
                                          <p:val>
                                            <p:fltVal val="1.9999"/>
                                          </p:val>
                                        </p:tav>
                                        <p:tav tm="25840">
                                          <p:val>
                                            <p:fltVal val="1.5339"/>
                                          </p:val>
                                        </p:tav>
                                        <p:tav tm="26970">
                                          <p:val>
                                            <p:fltVal val="-0.5131"/>
                                          </p:val>
                                        </p:tav>
                                        <p:tav tm="28090">
                                          <p:val>
                                            <p:fltVal val="-3.6063"/>
                                          </p:val>
                                        </p:tav>
                                        <p:tav tm="29210">
                                          <p:val>
                                            <p:fltVal val="-7.5428"/>
                                          </p:val>
                                        </p:tav>
                                        <p:tav tm="30340">
                                          <p:val>
                                            <p:fltVal val="-12.215"/>
                                          </p:val>
                                        </p:tav>
                                        <p:tav tm="31460">
                                          <p:val>
                                            <p:fltVal val="-17.5521"/>
                                          </p:val>
                                        </p:tav>
                                        <p:tav tm="32580">
                                          <p:val>
                                            <p:fltVal val="-23.5026"/>
                                          </p:val>
                                        </p:tav>
                                        <p:tav tm="33710">
                                          <p:val>
                                            <p:fltVal val="-29.9662"/>
                                          </p:val>
                                        </p:tav>
                                        <p:tav tm="34830">
                                          <p:val>
                                            <p:fltVal val="-37.0276"/>
                                          </p:val>
                                        </p:tav>
                                        <p:tav tm="35960">
                                          <p:val>
                                            <p:fltVal val="-44.6047"/>
                                          </p:val>
                                        </p:tav>
                                        <p:tav tm="37080">
                                          <p:val>
                                            <p:fltVal val="-52.675"/>
                                          </p:val>
                                        </p:tav>
                                        <p:tav tm="38200">
                                          <p:val>
                                            <p:fltVal val="-61.2192"/>
                                          </p:val>
                                        </p:tav>
                                        <p:tav tm="39330">
                                          <p:val>
                                            <p:fltVal val="-70.2203"/>
                                          </p:val>
                                        </p:tav>
                                        <p:tav tm="40450">
                                          <p:val>
                                            <p:fltVal val="-79.6634"/>
                                          </p:val>
                                        </p:tav>
                                        <p:tav tm="41570">
                                          <p:val>
                                            <p:fltVal val="-89.445"/>
                                          </p:val>
                                        </p:tav>
                                        <p:tav tm="42700">
                                          <p:val>
                                            <p:fltVal val="-99.7295"/>
                                          </p:val>
                                        </p:tav>
                                        <p:tav tm="43820">
                                          <p:val>
                                            <p:fltVal val="-110.4196"/>
                                          </p:val>
                                        </p:tav>
                                        <p:tav tm="44940">
                                          <p:val>
                                            <p:fltVal val="-121.5053"/>
                                          </p:val>
                                        </p:tav>
                                        <p:tav tm="46070">
                                          <p:val>
                                            <p:fltVal val="-132.9774"/>
                                          </p:val>
                                        </p:tav>
                                        <p:tav tm="47190">
                                          <p:val>
                                            <p:fltVal val="-144.8275"/>
                                          </p:val>
                                        </p:tav>
                                        <p:tav tm="48310">
                                          <p:val>
                                            <p:fltVal val="-157.04761"/>
                                          </p:val>
                                        </p:tav>
                                        <p:tav tm="49440">
                                          <p:val>
                                            <p:fltVal val="-169.5166"/>
                                          </p:val>
                                        </p:tav>
                                        <p:tav tm="50560">
                                          <p:val>
                                            <p:fltVal val="-182.3239"/>
                                          </p:val>
                                        </p:tav>
                                        <p:tav tm="51690">
                                          <p:val>
                                            <p:fltVal val="-195.0173"/>
                                          </p:val>
                                        </p:tav>
                                        <p:tav tm="52810">
                                          <p:val>
                                            <p:fltVal val="-207.46809"/>
                                          </p:val>
                                        </p:tav>
                                        <p:tav tm="53930">
                                          <p:val>
                                            <p:fltVal val="-219.4474"/>
                                          </p:val>
                                        </p:tav>
                                        <p:tav tm="55060">
                                          <p:val>
                                            <p:fltVal val="-231.0605"/>
                                          </p:val>
                                        </p:tav>
                                        <p:tav tm="56180">
                                          <p:val>
                                            <p:fltVal val="-242.39909"/>
                                          </p:val>
                                        </p:tav>
                                        <p:tav tm="57300">
                                          <p:val>
                                            <p:fltVal val="-253.25211"/>
                                          </p:val>
                                        </p:tav>
                                        <p:tav tm="58430">
                                          <p:val>
                                            <p:fltVal val="-263.71341"/>
                                          </p:val>
                                        </p:tav>
                                        <p:tav tm="59550">
                                          <p:val>
                                            <p:fltVal val="-273.86151"/>
                                          </p:val>
                                        </p:tav>
                                        <p:tav tm="60670">
                                          <p:val>
                                            <p:fltVal val="-283.50409"/>
                                          </p:val>
                                        </p:tav>
                                        <p:tav tm="61800">
                                          <p:val>
                                            <p:fltVal val="-292.72171"/>
                                          </p:val>
                                        </p:tav>
                                        <p:tav tm="62920">
                                          <p:val>
                                            <p:fltVal val="-301.57761"/>
                                          </p:val>
                                        </p:tav>
                                        <p:tav tm="64040">
                                          <p:val>
                                            <p:fltVal val="-309.89859"/>
                                          </p:val>
                                        </p:tav>
                                        <p:tav tm="65170">
                                          <p:val>
                                            <p:fltVal val="-317.7485"/>
                                          </p:val>
                                        </p:tav>
                                        <p:tav tm="66290">
                                          <p:val>
                                            <p:fltVal val="-325.1716"/>
                                          </p:val>
                                        </p:tav>
                                        <p:tav tm="67420">
                                          <p:val>
                                            <p:fltVal val="-332.01221"/>
                                          </p:val>
                                        </p:tav>
                                        <p:tav tm="68540">
                                          <p:val>
                                            <p:fltVal val="-338.366"/>
                                          </p:val>
                                        </p:tav>
                                        <p:tav tm="69660">
                                          <p:val>
                                            <p:fltVal val="-344.08609"/>
                                          </p:val>
                                        </p:tav>
                                        <p:tav tm="70790">
                                          <p:val>
                                            <p:fltVal val="-349.19031"/>
                                          </p:val>
                                        </p:tav>
                                        <p:tav tm="71910">
                                          <p:val>
                                            <p:fltVal val="-353.66071"/>
                                          </p:val>
                                        </p:tav>
                                        <p:tav tm="73030">
                                          <p:val>
                                            <p:fltVal val="-357.34021"/>
                                          </p:val>
                                        </p:tav>
                                        <p:tav tm="74160">
                                          <p:val>
                                            <p:fltVal val="-360.1506"/>
                                          </p:val>
                                        </p:tav>
                                        <p:tav tm="75280">
                                          <p:val>
                                            <p:fltVal val="-361.84619"/>
                                          </p:val>
                                        </p:tav>
                                        <p:tav tm="76400">
                                          <p:val>
                                            <p:fltVal val="-361.99869"/>
                                          </p:val>
                                        </p:tav>
                                        <p:tav tm="77530">
                                          <p:val>
                                            <p:fltVal val="-361.98318"/>
                                          </p:val>
                                        </p:tav>
                                        <p:tav tm="78650">
                                          <p:val>
                                            <p:fltVal val="-361.93341"/>
                                          </p:val>
                                        </p:tav>
                                        <p:tav tm="79780">
                                          <p:val>
                                            <p:fltVal val="-361.83051"/>
                                          </p:val>
                                        </p:tav>
                                        <p:tav tm="80900">
                                          <p:val>
                                            <p:fltVal val="-361.655"/>
                                          </p:val>
                                        </p:tav>
                                        <p:tav tm="82020">
                                          <p:val>
                                            <p:fltVal val="-361.3844"/>
                                          </p:val>
                                        </p:tav>
                                        <p:tav tm="83150">
                                          <p:val>
                                            <p:fltVal val="-361.00391"/>
                                          </p:val>
                                        </p:tav>
                                        <p:tav tm="84270">
                                          <p:val>
                                            <p:fltVal val="-360.62131"/>
                                          </p:val>
                                        </p:tav>
                                        <p:tav tm="85390">
                                          <p:val>
                                            <p:fltVal val="-360.34891"/>
                                          </p:val>
                                        </p:tav>
                                        <p:tav tm="86520">
                                          <p:val>
                                            <p:fltVal val="-360.17181"/>
                                          </p:val>
                                        </p:tav>
                                        <p:tav tm="87640">
                                          <p:val>
                                            <p:fltVal val="-360.0679"/>
                                          </p:val>
                                        </p:tav>
                                        <p:tav tm="88760">
                                          <p:val>
                                            <p:fltVal val="-360.0173"/>
                                          </p:val>
                                        </p:tav>
                                        <p:tav tm="89890">
                                          <p:val>
                                            <p:fltVal val="-360.00131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0"/>
                                          </p:val>
                                        </p:tav>
                                        <p:tav tm="3370">
                                          <p:val>
                                            <p:fltVal val="-0.0002"/>
                                          </p:val>
                                        </p:tav>
                                        <p:tav tm="4490">
                                          <p:val>
                                            <p:fltVal val="-0.0005"/>
                                          </p:val>
                                        </p:tav>
                                        <p:tav tm="5620">
                                          <p:val>
                                            <p:fltVal val="-0.001"/>
                                          </p:val>
                                        </p:tav>
                                        <p:tav tm="6740">
                                          <p:val>
                                            <p:fltVal val="-0.0017"/>
                                          </p:val>
                                        </p:tav>
                                        <p:tav tm="7870">
                                          <p:val>
                                            <p:fltVal val="-0.0028"/>
                                          </p:val>
                                        </p:tav>
                                        <p:tav tm="8990">
                                          <p:val>
                                            <p:fltVal val="-0.0042"/>
                                          </p:val>
                                        </p:tav>
                                        <p:tav tm="10110">
                                          <p:val>
                                            <p:fltVal val="-0.006"/>
                                          </p:val>
                                        </p:tav>
                                        <p:tav tm="11240">
                                          <p:val>
                                            <p:fltVal val="-0.0078"/>
                                          </p:val>
                                        </p:tav>
                                        <p:tav tm="12360">
                                          <p:val>
                                            <p:fltVal val="-0.0092"/>
                                          </p:val>
                                        </p:tav>
                                        <p:tav tm="13480">
                                          <p:val>
                                            <p:fltVal val="-0.0102"/>
                                          </p:val>
                                        </p:tav>
                                        <p:tav tm="14610">
                                          <p:val>
                                            <p:fltVal val="-0.0109"/>
                                          </p:val>
                                        </p:tav>
                                        <p:tav tm="15730">
                                          <p:val>
                                            <p:fltVal val="-0.0114"/>
                                          </p:val>
                                        </p:tav>
                                        <p:tav tm="16850">
                                          <p:val>
                                            <p:fltVal val="-0.0117"/>
                                          </p:val>
                                        </p:tav>
                                        <p:tav tm="17980">
                                          <p:val>
                                            <p:fltVal val="-0.0119"/>
                                          </p:val>
                                        </p:tav>
                                        <p:tav tm="19100">
                                          <p:val>
                                            <p:fltVal val="-0.0119"/>
                                          </p:val>
                                        </p:tav>
                                        <p:tav tm="20220">
                                          <p:val>
                                            <p:fltVal val="-0.0119"/>
                                          </p:val>
                                        </p:tav>
                                        <p:tav tm="21350">
                                          <p:val>
                                            <p:fltVal val="-0.0119"/>
                                          </p:val>
                                        </p:tav>
                                        <p:tav tm="22470">
                                          <p:val>
                                            <p:fltVal val="-0.0115"/>
                                          </p:val>
                                        </p:tav>
                                        <p:tav tm="23600">
                                          <p:val>
                                            <p:fltVal val="-0.0105"/>
                                          </p:val>
                                        </p:tav>
                                        <p:tav tm="24720">
                                          <p:val>
                                            <p:fltVal val="-0.0084"/>
                                          </p:val>
                                        </p:tav>
                                        <p:tav tm="25840">
                                          <p:val>
                                            <p:fltVal val="-0.0051"/>
                                          </p:val>
                                        </p:tav>
                                        <p:tav tm="26970">
                                          <p:val>
                                            <p:fltVal val="-0.0002"/>
                                          </p:val>
                                        </p:tav>
                                        <p:tav tm="28090">
                                          <p:val>
                                            <p:fltVal val="0.0067"/>
                                          </p:val>
                                        </p:tav>
                                        <p:tav tm="29210">
                                          <p:val>
                                            <p:fltVal val="0.0159"/>
                                          </p:val>
                                        </p:tav>
                                        <p:tav tm="30340">
                                          <p:val>
                                            <p:fltVal val="0.0277"/>
                                          </p:val>
                                        </p:tav>
                                        <p:tav tm="31460">
                                          <p:val>
                                            <p:fltVal val="0.0425"/>
                                          </p:val>
                                        </p:tav>
                                        <p:tav tm="32580">
                                          <p:val>
                                            <p:fltVal val="0.0605"/>
                                          </p:val>
                                        </p:tav>
                                        <p:tav tm="33710">
                                          <p:val>
                                            <p:fltVal val="0.082"/>
                                          </p:val>
                                        </p:tav>
                                        <p:tav tm="34830">
                                          <p:val>
                                            <p:fltVal val="0.1075"/>
                                          </p:val>
                                        </p:tav>
                                        <p:tav tm="35960">
                                          <p:val>
                                            <p:fltVal val="0.1357"/>
                                          </p:val>
                                        </p:tav>
                                        <p:tav tm="37080">
                                          <p:val>
                                            <p:fltVal val="0.1605"/>
                                          </p:val>
                                        </p:tav>
                                        <p:tav tm="38200">
                                          <p:val>
                                            <p:fltVal val="0.1814"/>
                                          </p:val>
                                        </p:tav>
                                        <p:tav tm="39330">
                                          <p:val>
                                            <p:fltVal val="0.1987"/>
                                          </p:val>
                                        </p:tav>
                                        <p:tav tm="40450">
                                          <p:val>
                                            <p:fltVal val="0.2129"/>
                                          </p:val>
                                        </p:tav>
                                        <p:tav tm="41570">
                                          <p:val>
                                            <p:fltVal val="0.224"/>
                                          </p:val>
                                        </p:tav>
                                        <p:tav tm="42700">
                                          <p:val>
                                            <p:fltVal val="0.2328"/>
                                          </p:val>
                                        </p:tav>
                                        <p:tav tm="43820">
                                          <p:val>
                                            <p:fltVal val="0.2393"/>
                                          </p:val>
                                        </p:tav>
                                        <p:tav tm="44940">
                                          <p:val>
                                            <p:fltVal val="0.2439"/>
                                          </p:val>
                                        </p:tav>
                                        <p:tav tm="46070">
                                          <p:val>
                                            <p:fltVal val="0.2469"/>
                                          </p:val>
                                        </p:tav>
                                        <p:tav tm="47190">
                                          <p:val>
                                            <p:fltVal val="0.2487"/>
                                          </p:val>
                                        </p:tav>
                                        <p:tav tm="48310">
                                          <p:val>
                                            <p:fltVal val="0.2496"/>
                                          </p:val>
                                        </p:tav>
                                        <p:tav tm="49440">
                                          <p:val>
                                            <p:fltVal val="0.2499"/>
                                          </p:val>
                                        </p:tav>
                                        <p:tav tm="50560">
                                          <p:val>
                                            <p:fltVal val="0.2499"/>
                                          </p:val>
                                        </p:tav>
                                        <p:tav tm="51690">
                                          <p:val>
                                            <p:fltVal val="0.2499"/>
                                          </p:val>
                                        </p:tav>
                                        <p:tav tm="52810">
                                          <p:val>
                                            <p:fltVal val="0.2494"/>
                                          </p:val>
                                        </p:tav>
                                        <p:tav tm="53930">
                                          <p:val>
                                            <p:fltVal val="0.2482"/>
                                          </p:val>
                                        </p:tav>
                                        <p:tav tm="55060">
                                          <p:val>
                                            <p:fltVal val="0.246"/>
                                          </p:val>
                                        </p:tav>
                                        <p:tav tm="56180">
                                          <p:val>
                                            <p:fltVal val="0.2425"/>
                                          </p:val>
                                        </p:tav>
                                        <p:tav tm="57300">
                                          <p:val>
                                            <p:fltVal val="0.2373"/>
                                          </p:val>
                                        </p:tav>
                                        <p:tav tm="58430">
                                          <p:val>
                                            <p:fltVal val="0.2302"/>
                                          </p:val>
                                        </p:tav>
                                        <p:tav tm="59550">
                                          <p:val>
                                            <p:fltVal val="0.2206"/>
                                          </p:val>
                                        </p:tav>
                                        <p:tav tm="60670">
                                          <p:val>
                                            <p:fltVal val="0.2085"/>
                                          </p:val>
                                        </p:tav>
                                        <p:tav tm="61800">
                                          <p:val>
                                            <p:fltVal val="0.1935"/>
                                          </p:val>
                                        </p:tav>
                                        <p:tav tm="62920">
                                          <p:val>
                                            <p:fltVal val="0.175"/>
                                          </p:val>
                                        </p:tav>
                                        <p:tav tm="64040">
                                          <p:val>
                                            <p:fltVal val="0.1532"/>
                                          </p:val>
                                        </p:tav>
                                        <p:tav tm="65170">
                                          <p:val>
                                            <p:fltVal val="0.1274"/>
                                          </p:val>
                                        </p:tav>
                                        <p:tav tm="66290">
                                          <p:val>
                                            <p:fltVal val="0.0993"/>
                                          </p:val>
                                        </p:tav>
                                        <p:tav tm="67420">
                                          <p:val>
                                            <p:fltVal val="0.0752"/>
                                          </p:val>
                                        </p:tav>
                                        <p:tav tm="68540">
                                          <p:val>
                                            <p:fltVal val="0.0547"/>
                                          </p:val>
                                        </p:tav>
                                        <p:tav tm="69660">
                                          <p:val>
                                            <p:fltVal val="0.0378"/>
                                          </p:val>
                                        </p:tav>
                                        <p:tav tm="70790">
                                          <p:val>
                                            <p:fltVal val="0.024"/>
                                          </p:val>
                                        </p:tav>
                                        <p:tav tm="71910">
                                          <p:val>
                                            <p:fltVal val="0.013"/>
                                          </p:val>
                                        </p:tav>
                                        <p:tav tm="73030">
                                          <p:val>
                                            <p:fltVal val="0.0045"/>
                                          </p:val>
                                        </p:tav>
                                        <p:tav tm="74160">
                                          <p:val>
                                            <p:fltVal val="-0.0017"/>
                                          </p:val>
                                        </p:tav>
                                        <p:tav tm="75280">
                                          <p:val>
                                            <p:fltVal val="-0.0062"/>
                                          </p:val>
                                        </p:tav>
                                        <p:tav tm="76400">
                                          <p:val>
                                            <p:fltVal val="-0.0091"/>
                                          </p:val>
                                        </p:tav>
                                        <p:tav tm="77530">
                                          <p:val>
                                            <p:fltVal val="-0.0108"/>
                                          </p:val>
                                        </p:tav>
                                        <p:tav tm="78650">
                                          <p:val>
                                            <p:fltVal val="-0.0117"/>
                                          </p:val>
                                        </p:tav>
                                        <p:tav tm="79780">
                                          <p:val>
                                            <p:fltVal val="-0.0119"/>
                                          </p:val>
                                        </p:tav>
                                        <p:tav tm="80900">
                                          <p:val>
                                            <p:fltVal val="-0.0119"/>
                                          </p:val>
                                        </p:tav>
                                        <p:tav tm="82020">
                                          <p:val>
                                            <p:fltVal val="-0.0117"/>
                                          </p:val>
                                        </p:tav>
                                        <p:tav tm="83150">
                                          <p:val>
                                            <p:fltVal val="-0.0105"/>
                                          </p:val>
                                        </p:tav>
                                        <p:tav tm="84270">
                                          <p:val>
                                            <p:fltVal val="-0.0075"/>
                                          </p:val>
                                        </p:tav>
                                        <p:tav tm="85390">
                                          <p:val>
                                            <p:fltVal val="-0.0019"/>
                                          </p:val>
                                        </p:tav>
                                        <p:tav tm="86520">
                                          <p:val>
                                            <p:fltVal val="0.005"/>
                                          </p:val>
                                        </p:tav>
                                        <p:tav tm="87640">
                                          <p:val>
                                            <p:fltVal val="0.0092"/>
                                          </p:val>
                                        </p:tav>
                                        <p:tav tm="88760">
                                          <p:val>
                                            <p:fltVal val="0.0112"/>
                                          </p:val>
                                        </p:tav>
                                        <p:tav tm="89890">
                                          <p:val>
                                            <p:fltVal val="0.0119"/>
                                          </p:val>
                                        </p:tav>
                                        <p:tav tm="91010">
                                          <p:val>
                                            <p:fltVal val="0.0119"/>
                                          </p:val>
                                        </p:tav>
                                        <p:tav tm="92130">
                                          <p:val>
                                            <p:fltVal val="0.0118"/>
                                          </p:val>
                                        </p:tav>
                                        <p:tav tm="93260">
                                          <p:val>
                                            <p:fltVal val="0.0112"/>
                                          </p:val>
                                        </p:tav>
                                        <p:tav tm="94380">
                                          <p:val>
                                            <p:fltVal val="0.0097"/>
                                          </p:val>
                                        </p:tav>
                                        <p:tav tm="95510">
                                          <p:val>
                                            <p:fltVal val="0.0068"/>
                                          </p:val>
                                        </p:tav>
                                        <p:tav tm="96630">
                                          <p:val>
                                            <p:fltVal val="0.0034"/>
                                          </p:val>
                                        </p:tav>
                                        <p:tav tm="97750">
                                          <p:val>
                                            <p:fltVal val="0.0013"/>
                                          </p:val>
                                        </p:tav>
                                        <p:tav tm="98880">
                                          <p:val>
                                            <p:fltVal val="0.0003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7"/>
                                          </p:val>
                                        </p:tav>
                                        <p:tav tm="3370">
                                          <p:val>
                                            <p:fltVal val="0.999"/>
                                          </p:val>
                                        </p:tav>
                                        <p:tav tm="4490">
                                          <p:val>
                                            <p:fltVal val="0.9977"/>
                                          </p:val>
                                        </p:tav>
                                        <p:tav tm="5620">
                                          <p:val>
                                            <p:fltVal val="0.9956"/>
                                          </p:val>
                                        </p:tav>
                                        <p:tav tm="6740">
                                          <p:val>
                                            <p:fltVal val="0.9925"/>
                                          </p:val>
                                        </p:tav>
                                        <p:tav tm="7870">
                                          <p:val>
                                            <p:fltVal val="0.9881"/>
                                          </p:val>
                                        </p:tav>
                                        <p:tav tm="8990">
                                          <p:val>
                                            <p:fltVal val="0.9823"/>
                                          </p:val>
                                        </p:tav>
                                        <p:tav tm="10110">
                                          <p:val>
                                            <p:fltVal val="0.9748"/>
                                          </p:val>
                                        </p:tav>
                                        <p:tav tm="11240">
                                          <p:val>
                                            <p:fltVal val="0.9674"/>
                                          </p:val>
                                        </p:tav>
                                        <p:tav tm="12360">
                                          <p:val>
                                            <p:fltVal val="0.9616"/>
                                          </p:val>
                                        </p:tav>
                                        <p:tav tm="13480">
                                          <p:val>
                                            <p:fltVal val="0.9573"/>
                                          </p:val>
                                        </p:tav>
                                        <p:tav tm="14610">
                                          <p:val>
                                            <p:fltVal val="0.9542"/>
                                          </p:val>
                                        </p:tav>
                                        <p:tav tm="15730">
                                          <p:val>
                                            <p:fltVal val="0.9521"/>
                                          </p:val>
                                        </p:tav>
                                        <p:tav tm="16850">
                                          <p:val>
                                            <p:fltVal val="0.9508"/>
                                          </p:val>
                                        </p:tav>
                                        <p:tav tm="17980">
                                          <p:val>
                                            <p:fltVal val="0.9502"/>
                                          </p:val>
                                        </p:tav>
                                        <p:tav tm="19100">
                                          <p:val>
                                            <p:fltVal val="0.95"/>
                                          </p:val>
                                        </p:tav>
                                        <p:tav tm="20220">
                                          <p:val>
                                            <p:fltVal val="0.9499"/>
                                          </p:val>
                                        </p:tav>
                                        <p:tav tm="21350">
                                          <p:val>
                                            <p:fltVal val="0.9503"/>
                                          </p:val>
                                        </p:tav>
                                        <p:tav tm="22470">
                                          <p:val>
                                            <p:fltVal val="0.9523"/>
                                          </p:val>
                                        </p:tav>
                                        <p:tav tm="23600">
                                          <p:val>
                                            <p:fltVal val="0.9576"/>
                                          </p:val>
                                        </p:tav>
                                        <p:tav tm="24720">
                                          <p:val>
                                            <p:fltVal val="0.9681"/>
                                          </p:val>
                                        </p:tav>
                                        <p:tav tm="25840">
                                          <p:val>
                                            <p:fltVal val="0.9829"/>
                                          </p:val>
                                        </p:tav>
                                        <p:tav tm="26970">
                                          <p:val>
                                            <p:fltVal val="0.9929"/>
                                          </p:val>
                                        </p:tav>
                                        <p:tav tm="28090">
                                          <p:val>
                                            <p:fltVal val="0.9979"/>
                                          </p:val>
                                        </p:tav>
                                        <p:tav tm="29210">
                                          <p:val>
                                            <p:fltVal val="0.9997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9"/>
                                          </p:val>
                                        </p:tav>
                                        <p:tav tm="68540">
                                          <p:val>
                                            <p:fltVal val="0.9993"/>
                                          </p:val>
                                        </p:tav>
                                        <p:tav tm="69660">
                                          <p:val>
                                            <p:fltVal val="0.9977"/>
                                          </p:val>
                                        </p:tav>
                                        <p:tav tm="70790">
                                          <p:val>
                                            <p:fltVal val="0.9944"/>
                                          </p:val>
                                        </p:tav>
                                        <p:tav tm="71910">
                                          <p:val>
                                            <p:fltVal val="0.9887"/>
                                          </p:val>
                                        </p:tav>
                                        <p:tav tm="73030">
                                          <p:val>
                                            <p:fltVal val="0.9802"/>
                                          </p:val>
                                        </p:tav>
                                        <p:tav tm="74160">
                                          <p:val>
                                            <p:fltVal val="0.9692"/>
                                          </p:val>
                                        </p:tav>
                                        <p:tav tm="75280">
                                          <p:val>
                                            <p:fltVal val="0.9608"/>
                                          </p:val>
                                        </p:tav>
                                        <p:tav tm="76400">
                                          <p:val>
                                            <p:fltVal val="0.9553"/>
                                          </p:val>
                                        </p:tav>
                                        <p:tav tm="77530">
                                          <p:val>
                                            <p:fltVal val="0.9521"/>
                                          </p:val>
                                        </p:tav>
                                        <p:tav tm="78650">
                                          <p:val>
                                            <p:fltVal val="0.9505"/>
                                          </p:val>
                                        </p:tav>
                                        <p:tav tm="79780">
                                          <p:val>
                                            <p:fltVal val="0.95"/>
                                          </p:val>
                                        </p:tav>
                                        <p:tav tm="80900">
                                          <p:val>
                                            <p:fltVal val="0.95"/>
                                          </p:val>
                                        </p:tav>
                                        <p:tav tm="82020">
                                          <p:val>
                                            <p:fltVal val="0.9505"/>
                                          </p:val>
                                        </p:tav>
                                        <p:tav tm="83150">
                                          <p:val>
                                            <p:fltVal val="0.953"/>
                                          </p:val>
                                        </p:tav>
                                        <p:tav tm="84270">
                                          <p:val>
                                            <p:fltVal val="0.9593"/>
                                          </p:val>
                                        </p:tav>
                                        <p:tav tm="85390">
                                          <p:val>
                                            <p:fltVal val="0.971"/>
                                          </p:val>
                                        </p:tav>
                                        <p:tav tm="86520">
                                          <p:val>
                                            <p:fltVal val="0.9854"/>
                                          </p:val>
                                        </p:tav>
                                        <p:tav tm="87640">
                                          <p:val>
                                            <p:fltVal val="0.9942"/>
                                          </p:val>
                                        </p:tav>
                                        <p:tav tm="88760">
                                          <p:val>
                                            <p:fltVal val="0.9985"/>
                                          </p:val>
                                        </p:tav>
                                        <p:tav tm="89890">
                                          <p:val>
                                            <p:fltVal val="0.9998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xit" presetSubtype="1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0" presetClass="exit" presetSubtype="25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1" dur="1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-0.1301"/>
                                          </p:val>
                                        </p:tav>
                                        <p:tav tm="6660">
                                          <p:val>
                                            <p:fltVal val="-0.5086"/>
                                          </p:val>
                                        </p:tav>
                                        <p:tav tm="9990">
                                          <p:val>
                                            <p:fltVal val="-1.1178"/>
                                          </p:val>
                                        </p:tav>
                                        <p:tav tm="13320">
                                          <p:val>
                                            <p:fltVal val="-1.94"/>
                                          </p:val>
                                        </p:tav>
                                        <p:tav tm="16650">
                                          <p:val>
                                            <p:fltVal val="-2.9574"/>
                                          </p:val>
                                        </p:tav>
                                        <p:tav tm="19970">
                                          <p:val>
                                            <p:fltVal val="-4.1484"/>
                                          </p:val>
                                        </p:tav>
                                        <p:tav tm="23290">
                                          <p:val>
                                            <p:fltVal val="-5.4984"/>
                                          </p:val>
                                        </p:tav>
                                        <p:tav tm="26620">
                                          <p:val>
                                            <p:fltVal val="-6.9944"/>
                                          </p:val>
                                        </p:tav>
                                        <p:tav tm="29950">
                                          <p:val>
                                            <p:fltVal val="-8.6148"/>
                                          </p:val>
                                        </p:tav>
                                        <p:tav tm="33280">
                                          <p:val>
                                            <p:fltVal val="-10.3419"/>
                                          </p:val>
                                        </p:tav>
                                        <p:tav tm="36610">
                                          <p:val>
                                            <p:fltVal val="-12.158"/>
                                          </p:val>
                                        </p:tav>
                                        <p:tav tm="39940">
                                          <p:val>
                                            <p:fltVal val="-14.0454"/>
                                          </p:val>
                                        </p:tav>
                                        <p:tav tm="43270">
                                          <p:val>
                                            <p:fltVal val="-15.9863"/>
                                          </p:val>
                                        </p:tav>
                                        <p:tav tm="46600">
                                          <p:val>
                                            <p:fltVal val="-17.9631"/>
                                          </p:val>
                                        </p:tav>
                                        <p:tav tm="49930">
                                          <p:val>
                                            <p:fltVal val="-19.958"/>
                                          </p:val>
                                        </p:tav>
                                        <p:tav tm="53250">
                                          <p:val>
                                            <p:fltVal val="-21.9472"/>
                                          </p:val>
                                        </p:tav>
                                        <p:tav tm="56580">
                                          <p:val>
                                            <p:fltVal val="-23.9252"/>
                                          </p:val>
                                        </p:tav>
                                        <p:tav tm="59900">
                                          <p:val>
                                            <p:fltVal val="-25.8623"/>
                                          </p:val>
                                        </p:tav>
                                        <p:tav tm="63220">
                                          <p:val>
                                            <p:fltVal val="-27.7471"/>
                                          </p:val>
                                        </p:tav>
                                        <p:tav tm="66540">
                                          <p:val>
                                            <p:fltVal val="-29.562"/>
                                          </p:val>
                                        </p:tav>
                                        <p:tav tm="69870">
                                          <p:val>
                                            <p:fltVal val="-31.2943"/>
                                          </p:val>
                                        </p:tav>
                                        <p:tav tm="73190">
                                          <p:val>
                                            <p:fltVal val="-32.9163"/>
                                          </p:val>
                                        </p:tav>
                                        <p:tav tm="76510">
                                          <p:val>
                                            <p:fltVal val="-34.4155"/>
                                          </p:val>
                                        </p:tav>
                                        <p:tav tm="79830">
                                          <p:val>
                                            <p:fltVal val="-35.7745"/>
                                          </p:val>
                                        </p:tav>
                                        <p:tav tm="83160">
                                          <p:val>
                                            <p:fltVal val="-36.979"/>
                                          </p:val>
                                        </p:tav>
                                        <p:tav tm="86480">
                                          <p:val>
                                            <p:fltVal val="-38.0042"/>
                                          </p:val>
                                        </p:tav>
                                        <p:tav tm="89800">
                                          <p:val>
                                            <p:fltVal val="-38.8364"/>
                                          </p:val>
                                        </p:tav>
                                        <p:tav tm="93120">
                                          <p:val>
                                            <p:fltVal val="-39.458"/>
                                          </p:val>
                                        </p:tav>
                                        <p:tav tm="96450">
                                          <p:val>
                                            <p:fltVal val="-39.8523"/>
                                          </p:val>
                                        </p:tav>
                                        <p:tav tm="100000">
                                          <p:val>
                                            <p:fltVal val="-4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2" dur="1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3" dur="1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4" dur="1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8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8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10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10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6" grpId="0" animBg="1"/>
      <p:bldP spid="7" grpId="0" animBg="1"/>
      <p:bldP spid="8" grpId="0"/>
      <p:bldP spid="10" grpId="0" animBg="1"/>
      <p:bldP spid="19" grpId="0"/>
      <p:bldP spid="21" grpId="0" animBg="1"/>
      <p:bldP spid="21" grpId="1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953C-F0D8-B37E-9850-FC1A9BE1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5EDABB1-6D66-44EB-621A-DC6DC8D2BDC1}"/>
              </a:ext>
            </a:extLst>
          </p:cNvPr>
          <p:cNvGrpSpPr/>
          <p:nvPr/>
        </p:nvGrpSpPr>
        <p:grpSpPr>
          <a:xfrm>
            <a:off x="2708787" y="1208580"/>
            <a:ext cx="6774426" cy="4087422"/>
            <a:chOff x="2708787" y="1208580"/>
            <a:chExt cx="6774426" cy="4087422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2E243AD6-8830-B032-F9E0-C7741C32D1C8}"/>
                </a:ext>
              </a:extLst>
            </p:cNvPr>
            <p:cNvSpPr/>
            <p:nvPr/>
          </p:nvSpPr>
          <p:spPr>
            <a:xfrm>
              <a:off x="4021394" y="4178830"/>
              <a:ext cx="4149212" cy="1117172"/>
            </a:xfrm>
            <a:prstGeom prst="roundRect">
              <a:avLst>
                <a:gd name="adj" fmla="val 2511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1612A2B8-DDC9-1F57-CBA6-8CA770538056}"/>
                </a:ext>
              </a:extLst>
            </p:cNvPr>
            <p:cNvSpPr/>
            <p:nvPr/>
          </p:nvSpPr>
          <p:spPr>
            <a:xfrm>
              <a:off x="2708787" y="1208580"/>
              <a:ext cx="6774426" cy="1824008"/>
            </a:xfrm>
            <a:prstGeom prst="roundRect">
              <a:avLst>
                <a:gd name="adj" fmla="val 17189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476C375-0442-AB08-FC44-3F9FF8EC92BD}"/>
              </a:ext>
            </a:extLst>
          </p:cNvPr>
          <p:cNvSpPr/>
          <p:nvPr/>
        </p:nvSpPr>
        <p:spPr>
          <a:xfrm>
            <a:off x="2085975" y="2349305"/>
            <a:ext cx="8020050" cy="2159390"/>
          </a:xfrm>
          <a:prstGeom prst="roundRect">
            <a:avLst>
              <a:gd name="adj" fmla="val 17189"/>
            </a:avLst>
          </a:prstGeom>
          <a:solidFill>
            <a:schemeClr val="bg1"/>
          </a:solidFill>
          <a:ln>
            <a:noFill/>
          </a:ln>
          <a:effectLst>
            <a:outerShdw blurRad="254000" sx="112000" sy="11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B27D93-3864-E295-E895-FEF923DC27AF}"/>
              </a:ext>
            </a:extLst>
          </p:cNvPr>
          <p:cNvSpPr txBox="1"/>
          <p:nvPr/>
        </p:nvSpPr>
        <p:spPr>
          <a:xfrm>
            <a:off x="2085975" y="3136612"/>
            <a:ext cx="8020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spc="600" dirty="0">
                <a:latin typeface="Bahnschrift SemiBold" panose="020B0502040204020203" pitchFamily="34" charset="0"/>
              </a:rPr>
              <a:t>CONTENIDO DE LA PÁGINA</a:t>
            </a:r>
          </a:p>
        </p:txBody>
      </p:sp>
    </p:spTree>
    <p:extLst>
      <p:ext uri="{BB962C8B-B14F-4D97-AF65-F5344CB8AC3E}">
        <p14:creationId xmlns:p14="http://schemas.microsoft.com/office/powerpoint/2010/main" val="3740206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556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C044-7206-520B-B0B8-599E1D70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C2A7D89-16A5-6B2E-5A1D-2B7600740F04}"/>
              </a:ext>
            </a:extLst>
          </p:cNvPr>
          <p:cNvSpPr/>
          <p:nvPr/>
        </p:nvSpPr>
        <p:spPr>
          <a:xfrm>
            <a:off x="-228600" y="-128588"/>
            <a:ext cx="12649200" cy="7115176"/>
          </a:xfrm>
          <a:prstGeom prst="roundRect">
            <a:avLst>
              <a:gd name="adj" fmla="val 24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370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44A7F-87EC-EC6C-8255-44452608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ACA9DC8-CD40-0479-8710-018C93B72552}"/>
              </a:ext>
            </a:extLst>
          </p:cNvPr>
          <p:cNvSpPr/>
          <p:nvPr/>
        </p:nvSpPr>
        <p:spPr>
          <a:xfrm>
            <a:off x="3024554" y="2349305"/>
            <a:ext cx="6142892" cy="2159390"/>
          </a:xfrm>
          <a:prstGeom prst="roundRect">
            <a:avLst>
              <a:gd name="adj" fmla="val 171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C8971E-1CD5-AE60-8199-3891302A106C}"/>
              </a:ext>
            </a:extLst>
          </p:cNvPr>
          <p:cNvSpPr txBox="1"/>
          <p:nvPr/>
        </p:nvSpPr>
        <p:spPr>
          <a:xfrm>
            <a:off x="2085975" y="3136612"/>
            <a:ext cx="8020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spc="600" dirty="0">
                <a:latin typeface="Bahnschrift SemiBold" panose="020B0502040204020203" pitchFamily="34" charset="0"/>
              </a:rPr>
              <a:t>CÓDIGO FUENTE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A72A5E0-92FA-80C4-6DAD-37C782AB6187}"/>
              </a:ext>
            </a:extLst>
          </p:cNvPr>
          <p:cNvGrpSpPr/>
          <p:nvPr/>
        </p:nvGrpSpPr>
        <p:grpSpPr>
          <a:xfrm>
            <a:off x="1920190" y="350459"/>
            <a:ext cx="7247256" cy="6157082"/>
            <a:chOff x="1033924" y="350459"/>
            <a:chExt cx="7247256" cy="6157082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26A3BE5E-3F03-5180-7FE6-AB64477BCD82}"/>
                </a:ext>
              </a:extLst>
            </p:cNvPr>
            <p:cNvSpPr/>
            <p:nvPr/>
          </p:nvSpPr>
          <p:spPr>
            <a:xfrm>
              <a:off x="1033924" y="1349882"/>
              <a:ext cx="3470788" cy="743900"/>
            </a:xfrm>
            <a:prstGeom prst="roundRect">
              <a:avLst>
                <a:gd name="adj" fmla="val 3503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478CF13-CFC1-4A26-AB84-59735ECC053A}"/>
                </a:ext>
              </a:extLst>
            </p:cNvPr>
            <p:cNvSpPr/>
            <p:nvPr/>
          </p:nvSpPr>
          <p:spPr>
            <a:xfrm>
              <a:off x="2138288" y="350459"/>
              <a:ext cx="6142892" cy="743900"/>
            </a:xfrm>
            <a:prstGeom prst="roundRect">
              <a:avLst>
                <a:gd name="adj" fmla="val 35032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D3212C8-6EDF-A763-3FB8-962F4C0DD20B}"/>
                </a:ext>
              </a:extLst>
            </p:cNvPr>
            <p:cNvSpPr/>
            <p:nvPr/>
          </p:nvSpPr>
          <p:spPr>
            <a:xfrm>
              <a:off x="1033924" y="4764218"/>
              <a:ext cx="3470788" cy="743900"/>
            </a:xfrm>
            <a:prstGeom prst="roundRect">
              <a:avLst>
                <a:gd name="adj" fmla="val 3503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54C021B-39FF-4A25-D47D-C677511F74E3}"/>
                </a:ext>
              </a:extLst>
            </p:cNvPr>
            <p:cNvSpPr/>
            <p:nvPr/>
          </p:nvSpPr>
          <p:spPr>
            <a:xfrm>
              <a:off x="2138287" y="5763641"/>
              <a:ext cx="3418475" cy="743900"/>
            </a:xfrm>
            <a:prstGeom prst="roundRect">
              <a:avLst>
                <a:gd name="adj" fmla="val 35032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83593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556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FA653-868F-922B-2DBF-EF5CCF92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EBF19AC-C951-177F-1331-86FA3AAB93F0}"/>
              </a:ext>
            </a:extLst>
          </p:cNvPr>
          <p:cNvSpPr/>
          <p:nvPr/>
        </p:nvSpPr>
        <p:spPr>
          <a:xfrm>
            <a:off x="-228600" y="-128588"/>
            <a:ext cx="12649200" cy="7115176"/>
          </a:xfrm>
          <a:prstGeom prst="roundRect">
            <a:avLst>
              <a:gd name="adj" fmla="val 24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29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BBACE-33FF-6487-3579-7366041A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2CF89BB-F529-8748-13C4-78F58815A2EF}"/>
              </a:ext>
            </a:extLst>
          </p:cNvPr>
          <p:cNvSpPr/>
          <p:nvPr/>
        </p:nvSpPr>
        <p:spPr>
          <a:xfrm>
            <a:off x="3790335" y="2349305"/>
            <a:ext cx="4611330" cy="2159390"/>
          </a:xfrm>
          <a:prstGeom prst="roundRect">
            <a:avLst>
              <a:gd name="adj" fmla="val 197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393FA3-6BE0-DB23-519A-64A871FE800C}"/>
              </a:ext>
            </a:extLst>
          </p:cNvPr>
          <p:cNvSpPr txBox="1"/>
          <p:nvPr/>
        </p:nvSpPr>
        <p:spPr>
          <a:xfrm>
            <a:off x="3790335" y="3136612"/>
            <a:ext cx="4611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spc="600" dirty="0">
                <a:latin typeface="Bahnschrift SemiBold" panose="020B0502040204020203" pitchFamily="34" charset="0"/>
              </a:rPr>
              <a:t>DISEÑO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E9F5121D-67E3-3C14-900F-4B69C60E6054}"/>
              </a:ext>
            </a:extLst>
          </p:cNvPr>
          <p:cNvSpPr/>
          <p:nvPr/>
        </p:nvSpPr>
        <p:spPr>
          <a:xfrm>
            <a:off x="3398292" y="1934174"/>
            <a:ext cx="1623727" cy="1494828"/>
          </a:xfrm>
          <a:custGeom>
            <a:avLst/>
            <a:gdLst>
              <a:gd name="csX0" fmla="*/ 802403 w 1694212"/>
              <a:gd name="csY0" fmla="*/ 0 h 1491019"/>
              <a:gd name="csX1" fmla="*/ 1694212 w 1694212"/>
              <a:gd name="csY1" fmla="*/ 0 h 1491019"/>
              <a:gd name="csX2" fmla="*/ 1694212 w 1694212"/>
              <a:gd name="csY2" fmla="*/ 1491019 h 1491019"/>
              <a:gd name="csX3" fmla="*/ 0 w 1694212"/>
              <a:gd name="csY3" fmla="*/ 1491019 h 1491019"/>
              <a:gd name="csX4" fmla="*/ 0 w 1694212"/>
              <a:gd name="csY4" fmla="*/ 802403 h 1491019"/>
              <a:gd name="csX5" fmla="*/ 802403 w 1694212"/>
              <a:gd name="csY5" fmla="*/ 0 h 1491019"/>
              <a:gd name="csX0" fmla="*/ 802403 w 1694212"/>
              <a:gd name="csY0" fmla="*/ 0 h 1491019"/>
              <a:gd name="csX1" fmla="*/ 1694212 w 1694212"/>
              <a:gd name="csY1" fmla="*/ 0 h 1491019"/>
              <a:gd name="csX2" fmla="*/ 0 w 1694212"/>
              <a:gd name="csY2" fmla="*/ 1491019 h 1491019"/>
              <a:gd name="csX3" fmla="*/ 0 w 1694212"/>
              <a:gd name="csY3" fmla="*/ 802403 h 1491019"/>
              <a:gd name="csX4" fmla="*/ 802403 w 1694212"/>
              <a:gd name="csY4" fmla="*/ 0 h 1491019"/>
              <a:gd name="csX0" fmla="*/ 0 w 1785652"/>
              <a:gd name="csY0" fmla="*/ 1491019 h 1491019"/>
              <a:gd name="csX1" fmla="*/ 0 w 1785652"/>
              <a:gd name="csY1" fmla="*/ 802403 h 1491019"/>
              <a:gd name="csX2" fmla="*/ 802403 w 1785652"/>
              <a:gd name="csY2" fmla="*/ 0 h 1491019"/>
              <a:gd name="csX3" fmla="*/ 1785652 w 1785652"/>
              <a:gd name="csY3" fmla="*/ 91440 h 1491019"/>
              <a:gd name="csX0" fmla="*/ 0 w 1790415"/>
              <a:gd name="csY0" fmla="*/ 1491019 h 1491019"/>
              <a:gd name="csX1" fmla="*/ 0 w 1790415"/>
              <a:gd name="csY1" fmla="*/ 802403 h 1491019"/>
              <a:gd name="csX2" fmla="*/ 802403 w 1790415"/>
              <a:gd name="csY2" fmla="*/ 0 h 1491019"/>
              <a:gd name="csX3" fmla="*/ 1790415 w 1790415"/>
              <a:gd name="csY3" fmla="*/ 10478 h 1491019"/>
              <a:gd name="csX0" fmla="*/ 0 w 1785652"/>
              <a:gd name="csY0" fmla="*/ 1499591 h 1499591"/>
              <a:gd name="csX1" fmla="*/ 0 w 1785652"/>
              <a:gd name="csY1" fmla="*/ 810975 h 1499591"/>
              <a:gd name="csX2" fmla="*/ 802403 w 1785652"/>
              <a:gd name="csY2" fmla="*/ 8572 h 1499591"/>
              <a:gd name="csX3" fmla="*/ 1785652 w 1785652"/>
              <a:gd name="csY3" fmla="*/ 0 h 1499591"/>
              <a:gd name="csX0" fmla="*/ 0 w 1785652"/>
              <a:gd name="csY0" fmla="*/ 1491019 h 1491019"/>
              <a:gd name="csX1" fmla="*/ 0 w 1785652"/>
              <a:gd name="csY1" fmla="*/ 802403 h 1491019"/>
              <a:gd name="csX2" fmla="*/ 802403 w 1785652"/>
              <a:gd name="csY2" fmla="*/ 0 h 1491019"/>
              <a:gd name="csX3" fmla="*/ 1785652 w 1785652"/>
              <a:gd name="csY3" fmla="*/ 953 h 1491019"/>
              <a:gd name="csX0" fmla="*/ 0 w 1785652"/>
              <a:gd name="csY0" fmla="*/ 1504353 h 1504353"/>
              <a:gd name="csX1" fmla="*/ 0 w 1785652"/>
              <a:gd name="csY1" fmla="*/ 815737 h 1504353"/>
              <a:gd name="csX2" fmla="*/ 802403 w 1785652"/>
              <a:gd name="csY2" fmla="*/ 13334 h 1504353"/>
              <a:gd name="csX3" fmla="*/ 1785652 w 1785652"/>
              <a:gd name="csY3" fmla="*/ 0 h 1504353"/>
              <a:gd name="csX0" fmla="*/ 0 w 1785652"/>
              <a:gd name="csY0" fmla="*/ 1518641 h 1518641"/>
              <a:gd name="csX1" fmla="*/ 0 w 1785652"/>
              <a:gd name="csY1" fmla="*/ 830025 h 1518641"/>
              <a:gd name="csX2" fmla="*/ 802403 w 1785652"/>
              <a:gd name="csY2" fmla="*/ 27622 h 1518641"/>
              <a:gd name="csX3" fmla="*/ 1785652 w 1785652"/>
              <a:gd name="csY3" fmla="*/ 0 h 1518641"/>
              <a:gd name="csX0" fmla="*/ 0 w 1785652"/>
              <a:gd name="csY0" fmla="*/ 1494828 h 1494828"/>
              <a:gd name="csX1" fmla="*/ 0 w 1785652"/>
              <a:gd name="csY1" fmla="*/ 806212 h 1494828"/>
              <a:gd name="csX2" fmla="*/ 802403 w 1785652"/>
              <a:gd name="csY2" fmla="*/ 3809 h 1494828"/>
              <a:gd name="csX3" fmla="*/ 1785652 w 1785652"/>
              <a:gd name="csY3" fmla="*/ 0 h 1494828"/>
              <a:gd name="csX0" fmla="*/ 0 w 1633252"/>
              <a:gd name="csY0" fmla="*/ 1491019 h 1491019"/>
              <a:gd name="csX1" fmla="*/ 0 w 1633252"/>
              <a:gd name="csY1" fmla="*/ 802403 h 1491019"/>
              <a:gd name="csX2" fmla="*/ 802403 w 1633252"/>
              <a:gd name="csY2" fmla="*/ 0 h 1491019"/>
              <a:gd name="csX3" fmla="*/ 1633252 w 1633252"/>
              <a:gd name="csY3" fmla="*/ 954 h 1491019"/>
              <a:gd name="csX0" fmla="*/ 0 w 1623727"/>
              <a:gd name="csY0" fmla="*/ 1494828 h 1494828"/>
              <a:gd name="csX1" fmla="*/ 0 w 1623727"/>
              <a:gd name="csY1" fmla="*/ 806212 h 1494828"/>
              <a:gd name="csX2" fmla="*/ 802403 w 1623727"/>
              <a:gd name="csY2" fmla="*/ 3809 h 1494828"/>
              <a:gd name="csX3" fmla="*/ 1623727 w 1623727"/>
              <a:gd name="csY3" fmla="*/ 0 h 149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23727" h="1494828">
                <a:moveTo>
                  <a:pt x="0" y="1494828"/>
                </a:moveTo>
                <a:lnTo>
                  <a:pt x="0" y="806212"/>
                </a:lnTo>
                <a:cubicBezTo>
                  <a:pt x="0" y="363057"/>
                  <a:pt x="359248" y="3809"/>
                  <a:pt x="802403" y="3809"/>
                </a:cubicBezTo>
                <a:lnTo>
                  <a:pt x="1623727" y="0"/>
                </a:lnTo>
              </a:path>
            </a:pathLst>
          </a:custGeom>
          <a:noFill/>
          <a:ln w="254000" cap="rnd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32CCC3A2-1DE1-8E73-0528-F871D2DB2FF3}"/>
              </a:ext>
            </a:extLst>
          </p:cNvPr>
          <p:cNvSpPr/>
          <p:nvPr/>
        </p:nvSpPr>
        <p:spPr>
          <a:xfrm rot="10800000">
            <a:off x="7169981" y="3428999"/>
            <a:ext cx="1623727" cy="1494828"/>
          </a:xfrm>
          <a:custGeom>
            <a:avLst/>
            <a:gdLst>
              <a:gd name="csX0" fmla="*/ 802403 w 1694212"/>
              <a:gd name="csY0" fmla="*/ 0 h 1491019"/>
              <a:gd name="csX1" fmla="*/ 1694212 w 1694212"/>
              <a:gd name="csY1" fmla="*/ 0 h 1491019"/>
              <a:gd name="csX2" fmla="*/ 1694212 w 1694212"/>
              <a:gd name="csY2" fmla="*/ 1491019 h 1491019"/>
              <a:gd name="csX3" fmla="*/ 0 w 1694212"/>
              <a:gd name="csY3" fmla="*/ 1491019 h 1491019"/>
              <a:gd name="csX4" fmla="*/ 0 w 1694212"/>
              <a:gd name="csY4" fmla="*/ 802403 h 1491019"/>
              <a:gd name="csX5" fmla="*/ 802403 w 1694212"/>
              <a:gd name="csY5" fmla="*/ 0 h 1491019"/>
              <a:gd name="csX0" fmla="*/ 802403 w 1694212"/>
              <a:gd name="csY0" fmla="*/ 0 h 1491019"/>
              <a:gd name="csX1" fmla="*/ 1694212 w 1694212"/>
              <a:gd name="csY1" fmla="*/ 0 h 1491019"/>
              <a:gd name="csX2" fmla="*/ 0 w 1694212"/>
              <a:gd name="csY2" fmla="*/ 1491019 h 1491019"/>
              <a:gd name="csX3" fmla="*/ 0 w 1694212"/>
              <a:gd name="csY3" fmla="*/ 802403 h 1491019"/>
              <a:gd name="csX4" fmla="*/ 802403 w 1694212"/>
              <a:gd name="csY4" fmla="*/ 0 h 1491019"/>
              <a:gd name="csX0" fmla="*/ 0 w 1785652"/>
              <a:gd name="csY0" fmla="*/ 1491019 h 1491019"/>
              <a:gd name="csX1" fmla="*/ 0 w 1785652"/>
              <a:gd name="csY1" fmla="*/ 802403 h 1491019"/>
              <a:gd name="csX2" fmla="*/ 802403 w 1785652"/>
              <a:gd name="csY2" fmla="*/ 0 h 1491019"/>
              <a:gd name="csX3" fmla="*/ 1785652 w 1785652"/>
              <a:gd name="csY3" fmla="*/ 91440 h 1491019"/>
              <a:gd name="csX0" fmla="*/ 0 w 1790415"/>
              <a:gd name="csY0" fmla="*/ 1491019 h 1491019"/>
              <a:gd name="csX1" fmla="*/ 0 w 1790415"/>
              <a:gd name="csY1" fmla="*/ 802403 h 1491019"/>
              <a:gd name="csX2" fmla="*/ 802403 w 1790415"/>
              <a:gd name="csY2" fmla="*/ 0 h 1491019"/>
              <a:gd name="csX3" fmla="*/ 1790415 w 1790415"/>
              <a:gd name="csY3" fmla="*/ 10478 h 1491019"/>
              <a:gd name="csX0" fmla="*/ 0 w 1785652"/>
              <a:gd name="csY0" fmla="*/ 1499591 h 1499591"/>
              <a:gd name="csX1" fmla="*/ 0 w 1785652"/>
              <a:gd name="csY1" fmla="*/ 810975 h 1499591"/>
              <a:gd name="csX2" fmla="*/ 802403 w 1785652"/>
              <a:gd name="csY2" fmla="*/ 8572 h 1499591"/>
              <a:gd name="csX3" fmla="*/ 1785652 w 1785652"/>
              <a:gd name="csY3" fmla="*/ 0 h 1499591"/>
              <a:gd name="csX0" fmla="*/ 0 w 1785652"/>
              <a:gd name="csY0" fmla="*/ 1491019 h 1491019"/>
              <a:gd name="csX1" fmla="*/ 0 w 1785652"/>
              <a:gd name="csY1" fmla="*/ 802403 h 1491019"/>
              <a:gd name="csX2" fmla="*/ 802403 w 1785652"/>
              <a:gd name="csY2" fmla="*/ 0 h 1491019"/>
              <a:gd name="csX3" fmla="*/ 1785652 w 1785652"/>
              <a:gd name="csY3" fmla="*/ 953 h 1491019"/>
              <a:gd name="csX0" fmla="*/ 0 w 1785652"/>
              <a:gd name="csY0" fmla="*/ 1504353 h 1504353"/>
              <a:gd name="csX1" fmla="*/ 0 w 1785652"/>
              <a:gd name="csY1" fmla="*/ 815737 h 1504353"/>
              <a:gd name="csX2" fmla="*/ 802403 w 1785652"/>
              <a:gd name="csY2" fmla="*/ 13334 h 1504353"/>
              <a:gd name="csX3" fmla="*/ 1785652 w 1785652"/>
              <a:gd name="csY3" fmla="*/ 0 h 1504353"/>
              <a:gd name="csX0" fmla="*/ 0 w 1785652"/>
              <a:gd name="csY0" fmla="*/ 1518641 h 1518641"/>
              <a:gd name="csX1" fmla="*/ 0 w 1785652"/>
              <a:gd name="csY1" fmla="*/ 830025 h 1518641"/>
              <a:gd name="csX2" fmla="*/ 802403 w 1785652"/>
              <a:gd name="csY2" fmla="*/ 27622 h 1518641"/>
              <a:gd name="csX3" fmla="*/ 1785652 w 1785652"/>
              <a:gd name="csY3" fmla="*/ 0 h 1518641"/>
              <a:gd name="csX0" fmla="*/ 0 w 1785652"/>
              <a:gd name="csY0" fmla="*/ 1494828 h 1494828"/>
              <a:gd name="csX1" fmla="*/ 0 w 1785652"/>
              <a:gd name="csY1" fmla="*/ 806212 h 1494828"/>
              <a:gd name="csX2" fmla="*/ 802403 w 1785652"/>
              <a:gd name="csY2" fmla="*/ 3809 h 1494828"/>
              <a:gd name="csX3" fmla="*/ 1785652 w 1785652"/>
              <a:gd name="csY3" fmla="*/ 0 h 1494828"/>
              <a:gd name="csX0" fmla="*/ 0 w 1633252"/>
              <a:gd name="csY0" fmla="*/ 1491019 h 1491019"/>
              <a:gd name="csX1" fmla="*/ 0 w 1633252"/>
              <a:gd name="csY1" fmla="*/ 802403 h 1491019"/>
              <a:gd name="csX2" fmla="*/ 802403 w 1633252"/>
              <a:gd name="csY2" fmla="*/ 0 h 1491019"/>
              <a:gd name="csX3" fmla="*/ 1633252 w 1633252"/>
              <a:gd name="csY3" fmla="*/ 954 h 1491019"/>
              <a:gd name="csX0" fmla="*/ 0 w 1623727"/>
              <a:gd name="csY0" fmla="*/ 1494828 h 1494828"/>
              <a:gd name="csX1" fmla="*/ 0 w 1623727"/>
              <a:gd name="csY1" fmla="*/ 806212 h 1494828"/>
              <a:gd name="csX2" fmla="*/ 802403 w 1623727"/>
              <a:gd name="csY2" fmla="*/ 3809 h 1494828"/>
              <a:gd name="csX3" fmla="*/ 1623727 w 1623727"/>
              <a:gd name="csY3" fmla="*/ 0 h 149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23727" h="1494828">
                <a:moveTo>
                  <a:pt x="0" y="1494828"/>
                </a:moveTo>
                <a:lnTo>
                  <a:pt x="0" y="806212"/>
                </a:lnTo>
                <a:cubicBezTo>
                  <a:pt x="0" y="363057"/>
                  <a:pt x="359248" y="3809"/>
                  <a:pt x="802403" y="3809"/>
                </a:cubicBezTo>
                <a:lnTo>
                  <a:pt x="1623727" y="0"/>
                </a:lnTo>
              </a:path>
            </a:pathLst>
          </a:custGeom>
          <a:noFill/>
          <a:ln w="254000" cap="rnd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2724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556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75</Words>
  <Application>Microsoft Office PowerPoint</Application>
  <PresentationFormat>Panorámica</PresentationFormat>
  <Paragraphs>18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Bahnschrift Light</vt:lpstr>
      <vt:lpstr>Bahnschrift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Camilo Piamba  Uribe</dc:creator>
  <cp:lastModifiedBy>Juan Camilo Piamba  Uribe</cp:lastModifiedBy>
  <cp:revision>3</cp:revision>
  <dcterms:created xsi:type="dcterms:W3CDTF">2026-06-18T18:15:53Z</dcterms:created>
  <dcterms:modified xsi:type="dcterms:W3CDTF">2026-06-18T20:43:38Z</dcterms:modified>
</cp:coreProperties>
</file>